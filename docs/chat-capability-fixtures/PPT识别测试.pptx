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 reading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validation code is CEDAR-9462.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